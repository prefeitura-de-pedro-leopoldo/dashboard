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Lst>
  <p:sldSz cy="10287000" cx="18288000"/>
  <p:notesSz cx="6858000" cy="9144000"/>
  <p:embeddedFontLst>
    <p:embeddedFont>
      <p:font typeface="Montserrat"/>
      <p:regular r:id="rId9"/>
      <p:bold r:id="rId10"/>
      <p:italic r:id="rId11"/>
      <p:boldItalic r:id="rId1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13" roundtripDataSignature="AMtx7mgvD8wacttRyOrJM5Tu5eyR9E6d9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Montserrat-italic.fntdata"/><Relationship Id="rId10" Type="http://schemas.openxmlformats.org/officeDocument/2006/relationships/font" Target="fonts/Montserrat-bold.fntdata"/><Relationship Id="rId13" Type="http://customschemas.google.com/relationships/presentationmetadata" Target="metadata"/><Relationship Id="rId12" Type="http://schemas.openxmlformats.org/officeDocument/2006/relationships/font" Target="fonts/Montserrat-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font" Target="fonts/Montserrat-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6"/>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6"/>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8"/>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8"/>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9"/>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9"/>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0"/>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10"/>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10"/>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10"/>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2"/>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2"/>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12"/>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3"/>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3"/>
          <p:cNvSpPr/>
          <p:nvPr>
            <p:ph idx="2" type="pic"/>
          </p:nvPr>
        </p:nvSpPr>
        <p:spPr>
          <a:xfrm>
            <a:off x="1792288" y="612775"/>
            <a:ext cx="5486400" cy="4114800"/>
          </a:xfrm>
          <a:prstGeom prst="rect">
            <a:avLst/>
          </a:prstGeom>
          <a:noFill/>
          <a:ln>
            <a:noFill/>
          </a:ln>
        </p:spPr>
      </p:sp>
      <p:sp>
        <p:nvSpPr>
          <p:cNvPr id="64" name="Google Shape;64;p13"/>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4"/>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5"/>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5"/>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image" Target="../media/image4.png"/><Relationship Id="rId5" Type="http://schemas.openxmlformats.org/officeDocument/2006/relationships/image" Target="../media/image6.png"/><Relationship Id="rId6"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85" name="Google Shape;85;p1"/>
          <p:cNvSpPr/>
          <p:nvPr/>
        </p:nvSpPr>
        <p:spPr>
          <a:xfrm>
            <a:off x="3493371" y="3412995"/>
            <a:ext cx="11301259" cy="3461011"/>
          </a:xfrm>
          <a:custGeom>
            <a:rect b="b" l="l" r="r" t="t"/>
            <a:pathLst>
              <a:path extrusionOk="0" h="3461011" w="11301259">
                <a:moveTo>
                  <a:pt x="0" y="0"/>
                </a:moveTo>
                <a:lnTo>
                  <a:pt x="11301258" y="0"/>
                </a:lnTo>
                <a:lnTo>
                  <a:pt x="11301258" y="3461010"/>
                </a:lnTo>
                <a:lnTo>
                  <a:pt x="0" y="3461010"/>
                </a:lnTo>
                <a:lnTo>
                  <a:pt x="0" y="0"/>
                </a:lnTo>
                <a:close/>
              </a:path>
            </a:pathLst>
          </a:custGeom>
          <a:blipFill rotWithShape="1">
            <a:blip r:embed="rId4">
              <a:alphaModFix/>
            </a:blip>
            <a:stretch>
              <a:fillRect b="0" l="0" r="0" t="0"/>
            </a:stretch>
          </a:blipFill>
          <a:ln>
            <a:noFill/>
          </a:ln>
        </p:spPr>
      </p:sp>
      <p:sp>
        <p:nvSpPr>
          <p:cNvPr id="86" name="Google Shape;86;p1"/>
          <p:cNvSpPr/>
          <p:nvPr/>
        </p:nvSpPr>
        <p:spPr>
          <a:xfrm>
            <a:off x="6793223" y="7900726"/>
            <a:ext cx="4701555" cy="1357574"/>
          </a:xfrm>
          <a:custGeom>
            <a:rect b="b" l="l" r="r" t="t"/>
            <a:pathLst>
              <a:path extrusionOk="0" h="1357574" w="4701555">
                <a:moveTo>
                  <a:pt x="0" y="0"/>
                </a:moveTo>
                <a:lnTo>
                  <a:pt x="4701554" y="0"/>
                </a:lnTo>
                <a:lnTo>
                  <a:pt x="4701554" y="1357574"/>
                </a:lnTo>
                <a:lnTo>
                  <a:pt x="0" y="1357574"/>
                </a:lnTo>
                <a:lnTo>
                  <a:pt x="0" y="0"/>
                </a:lnTo>
                <a:close/>
              </a:path>
            </a:pathLst>
          </a:custGeom>
          <a:blipFill rotWithShape="1">
            <a:blip r:embed="rId5">
              <a:alphaModFix/>
            </a:blip>
            <a:stretch>
              <a:fillRect b="0" l="0" r="0" t="0"/>
            </a:stretch>
          </a:blipFill>
          <a:ln>
            <a:noFill/>
          </a:ln>
        </p:spPr>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2"/>
          <p:cNvSpPr/>
          <p:nvPr/>
        </p:nvSpPr>
        <p:spPr>
          <a:xfrm>
            <a:off x="-8059897" y="-3283965"/>
            <a:ext cx="38807326" cy="15911004"/>
          </a:xfrm>
          <a:custGeom>
            <a:rect b="b" l="l" r="r" t="t"/>
            <a:pathLst>
              <a:path extrusionOk="0" h="15911004" w="38807326">
                <a:moveTo>
                  <a:pt x="0" y="0"/>
                </a:moveTo>
                <a:lnTo>
                  <a:pt x="38807325" y="0"/>
                </a:lnTo>
                <a:lnTo>
                  <a:pt x="38807325" y="15911004"/>
                </a:lnTo>
                <a:lnTo>
                  <a:pt x="0" y="15911004"/>
                </a:lnTo>
                <a:lnTo>
                  <a:pt x="0" y="0"/>
                </a:lnTo>
                <a:close/>
              </a:path>
            </a:pathLst>
          </a:custGeom>
          <a:blipFill rotWithShape="1">
            <a:blip r:embed="rId3">
              <a:alphaModFix/>
            </a:blip>
            <a:stretch>
              <a:fillRect b="0" l="0" r="0" t="0"/>
            </a:stretch>
          </a:blipFill>
          <a:ln>
            <a:noFill/>
          </a:ln>
        </p:spPr>
      </p:sp>
      <p:sp>
        <p:nvSpPr>
          <p:cNvPr id="92" name="Google Shape;92;p2"/>
          <p:cNvSpPr/>
          <p:nvPr/>
        </p:nvSpPr>
        <p:spPr>
          <a:xfrm>
            <a:off x="-1484079" y="0"/>
            <a:ext cx="21256158" cy="12909126"/>
          </a:xfrm>
          <a:custGeom>
            <a:rect b="b" l="l" r="r" t="t"/>
            <a:pathLst>
              <a:path extrusionOk="0" h="12909126" w="21256158">
                <a:moveTo>
                  <a:pt x="0" y="0"/>
                </a:moveTo>
                <a:lnTo>
                  <a:pt x="21256158" y="0"/>
                </a:lnTo>
                <a:lnTo>
                  <a:pt x="21256158" y="12909126"/>
                </a:lnTo>
                <a:lnTo>
                  <a:pt x="0" y="12909126"/>
                </a:lnTo>
                <a:lnTo>
                  <a:pt x="0" y="0"/>
                </a:lnTo>
                <a:close/>
              </a:path>
            </a:pathLst>
          </a:custGeom>
          <a:blipFill rotWithShape="1">
            <a:blip r:embed="rId4">
              <a:alphaModFix amt="9999"/>
            </a:blip>
            <a:stretch>
              <a:fillRect b="-16029" l="0" r="0" t="-16029"/>
            </a:stretch>
          </a:blipFill>
          <a:ln>
            <a:noFill/>
          </a:ln>
        </p:spPr>
      </p:sp>
      <p:sp>
        <p:nvSpPr>
          <p:cNvPr id="93" name="Google Shape;93;p2"/>
          <p:cNvSpPr/>
          <p:nvPr/>
        </p:nvSpPr>
        <p:spPr>
          <a:xfrm>
            <a:off x="0" y="9532620"/>
            <a:ext cx="18288000" cy="754380"/>
          </a:xfrm>
          <a:custGeom>
            <a:rect b="b" l="l" r="r" t="t"/>
            <a:pathLst>
              <a:path extrusionOk="0" h="754380" w="18288000">
                <a:moveTo>
                  <a:pt x="0" y="0"/>
                </a:moveTo>
                <a:lnTo>
                  <a:pt x="18288000" y="0"/>
                </a:lnTo>
                <a:lnTo>
                  <a:pt x="18288000" y="754380"/>
                </a:lnTo>
                <a:lnTo>
                  <a:pt x="0" y="754380"/>
                </a:lnTo>
                <a:lnTo>
                  <a:pt x="0" y="0"/>
                </a:lnTo>
                <a:close/>
              </a:path>
            </a:pathLst>
          </a:custGeom>
          <a:blipFill rotWithShape="1">
            <a:blip r:embed="rId5">
              <a:alphaModFix/>
            </a:blip>
            <a:stretch>
              <a:fillRect b="0" l="0" r="0" t="0"/>
            </a:stretch>
          </a:blipFill>
          <a:ln>
            <a:noFill/>
          </a:ln>
        </p:spPr>
      </p:sp>
      <p:sp>
        <p:nvSpPr>
          <p:cNvPr id="94" name="Google Shape;94;p2"/>
          <p:cNvSpPr txBox="1"/>
          <p:nvPr/>
        </p:nvSpPr>
        <p:spPr>
          <a:xfrm>
            <a:off x="839029" y="2470362"/>
            <a:ext cx="16131300" cy="4811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2000" u="none" cap="none" strike="noStrike">
                <a:solidFill>
                  <a:srgbClr val="151F36"/>
                </a:solidFill>
                <a:latin typeface="Montserrat"/>
                <a:ea typeface="Montserrat"/>
                <a:cs typeface="Montserrat"/>
                <a:sym typeface="Montserrat"/>
              </a:rPr>
              <a:t>L</a:t>
            </a:r>
            <a:r>
              <a:rPr b="0" i="0" lang="en-US" sz="2100" u="none" cap="none" strike="noStrike">
                <a:solidFill>
                  <a:srgbClr val="151F36"/>
                </a:solidFill>
                <a:latin typeface="Montserrat"/>
                <a:ea typeface="Montserrat"/>
                <a:cs typeface="Montserrat"/>
                <a:sym typeface="Montserrat"/>
              </a:rPr>
              <a:t>orem ipsum dolor sit amet, consectetur adipiscing elit. Nullam mollis, sapien in blandit rutrum, metus sapien aliquam diam, eget vulputate nibh eros sed eros. Proin porttitor felis id lorem feugiat laoreet. Ut iaculis sodales nulla et eleifend. Maecenas vel nibh sem. Aenean quis pharetra orci, et suscipit risus. Cras pretium aliquam semper. Proin vel ultrices lacus, non gravida enim.</a:t>
            </a:r>
            <a:endParaRPr sz="1500"/>
          </a:p>
          <a:p>
            <a:pPr indent="0" lvl="0" marL="0" marR="0" rtl="0" algn="l">
              <a:lnSpc>
                <a:spcPct val="140000"/>
              </a:lnSpc>
              <a:spcBef>
                <a:spcPts val="0"/>
              </a:spcBef>
              <a:spcAft>
                <a:spcPts val="0"/>
              </a:spcAft>
              <a:buNone/>
            </a:pPr>
            <a:r>
              <a:t/>
            </a:r>
            <a:endParaRPr b="0" i="0" sz="2100" u="none" cap="none" strike="noStrike">
              <a:solidFill>
                <a:srgbClr val="151F36"/>
              </a:solidFill>
              <a:latin typeface="Montserrat"/>
              <a:ea typeface="Montserrat"/>
              <a:cs typeface="Montserrat"/>
              <a:sym typeface="Montserrat"/>
            </a:endParaRPr>
          </a:p>
          <a:p>
            <a:pPr indent="0" lvl="0" marL="0" marR="0" rtl="0" algn="l">
              <a:lnSpc>
                <a:spcPct val="140000"/>
              </a:lnSpc>
              <a:spcBef>
                <a:spcPts val="0"/>
              </a:spcBef>
              <a:spcAft>
                <a:spcPts val="0"/>
              </a:spcAft>
              <a:buNone/>
            </a:pPr>
            <a:r>
              <a:rPr b="0" i="0" lang="en-US" sz="2100" u="none" cap="none" strike="noStrike">
                <a:solidFill>
                  <a:srgbClr val="151F36"/>
                </a:solidFill>
                <a:latin typeface="Montserrat"/>
                <a:ea typeface="Montserrat"/>
                <a:cs typeface="Montserrat"/>
                <a:sym typeface="Montserrat"/>
              </a:rPr>
              <a:t>Praesent a efficitur odio. Nulla urna nulla, facilisis sit amet consequat eu, dignissim eu lectus. Sed sed lectus tempor, ultrices odio quis, sollicitudin velit. Donec pellentesque ante vel sapien feugiat, ac aliquam augue tincidunt. Phasellus id neque quis risus gravida consectetur id eget turpis. Proin tempor ultrices ligula eu porta. Donec auctor felis vel finibus dictum. Sed dictum elit id purus dictum fringilla.</a:t>
            </a:r>
            <a:endParaRPr sz="1500"/>
          </a:p>
          <a:p>
            <a:pPr indent="0" lvl="0" marL="0" marR="0" rtl="0" algn="l">
              <a:lnSpc>
                <a:spcPct val="140000"/>
              </a:lnSpc>
              <a:spcBef>
                <a:spcPts val="0"/>
              </a:spcBef>
              <a:spcAft>
                <a:spcPts val="0"/>
              </a:spcAft>
              <a:buNone/>
            </a:pPr>
            <a:r>
              <a:t/>
            </a:r>
            <a:endParaRPr b="0" i="0" sz="2000" u="none" cap="none" strike="noStrike">
              <a:solidFill>
                <a:srgbClr val="151F36"/>
              </a:solidFill>
              <a:latin typeface="Montserrat"/>
              <a:ea typeface="Montserrat"/>
              <a:cs typeface="Montserrat"/>
              <a:sym typeface="Montserrat"/>
            </a:endParaRPr>
          </a:p>
          <a:p>
            <a:pPr indent="0" lvl="0" marL="0" marR="0" rtl="0" algn="l">
              <a:lnSpc>
                <a:spcPct val="140000"/>
              </a:lnSpc>
              <a:spcBef>
                <a:spcPts val="0"/>
              </a:spcBef>
              <a:spcAft>
                <a:spcPts val="0"/>
              </a:spcAft>
              <a:buNone/>
            </a:pPr>
            <a:r>
              <a:t/>
            </a:r>
            <a:endParaRPr b="0" i="0" sz="2000" u="none" cap="none" strike="noStrike">
              <a:solidFill>
                <a:srgbClr val="151F36"/>
              </a:solidFill>
              <a:latin typeface="Montserrat"/>
              <a:ea typeface="Montserrat"/>
              <a:cs typeface="Montserrat"/>
              <a:sym typeface="Montserrat"/>
            </a:endParaRPr>
          </a:p>
        </p:txBody>
      </p:sp>
      <p:grpSp>
        <p:nvGrpSpPr>
          <p:cNvPr id="95" name="Google Shape;95;p2"/>
          <p:cNvGrpSpPr/>
          <p:nvPr/>
        </p:nvGrpSpPr>
        <p:grpSpPr>
          <a:xfrm>
            <a:off x="11343775" y="-1455726"/>
            <a:ext cx="5626516" cy="2475779"/>
            <a:chOff x="0" y="-38100"/>
            <a:chExt cx="1481871" cy="850900"/>
          </a:xfrm>
        </p:grpSpPr>
        <p:sp>
          <p:nvSpPr>
            <p:cNvPr id="96" name="Google Shape;96;p2"/>
            <p:cNvSpPr/>
            <p:nvPr/>
          </p:nvSpPr>
          <p:spPr>
            <a:xfrm>
              <a:off x="0" y="0"/>
              <a:ext cx="1481871" cy="812800"/>
            </a:xfrm>
            <a:custGeom>
              <a:rect b="b" l="l" r="r" t="t"/>
              <a:pathLst>
                <a:path extrusionOk="0" h="812800" w="1481871">
                  <a:moveTo>
                    <a:pt x="50911" y="0"/>
                  </a:moveTo>
                  <a:lnTo>
                    <a:pt x="1430960" y="0"/>
                  </a:lnTo>
                  <a:cubicBezTo>
                    <a:pt x="1444462" y="0"/>
                    <a:pt x="1457412" y="5364"/>
                    <a:pt x="1466959" y="14912"/>
                  </a:cubicBezTo>
                  <a:cubicBezTo>
                    <a:pt x="1476507" y="24459"/>
                    <a:pt x="1481871" y="37409"/>
                    <a:pt x="1481871" y="50911"/>
                  </a:cubicBezTo>
                  <a:lnTo>
                    <a:pt x="1481871" y="761889"/>
                  </a:lnTo>
                  <a:cubicBezTo>
                    <a:pt x="1481871" y="790006"/>
                    <a:pt x="1459077" y="812800"/>
                    <a:pt x="1430960" y="812800"/>
                  </a:cubicBezTo>
                  <a:lnTo>
                    <a:pt x="50911" y="812800"/>
                  </a:lnTo>
                  <a:cubicBezTo>
                    <a:pt x="22794" y="812800"/>
                    <a:pt x="0" y="790006"/>
                    <a:pt x="0" y="761889"/>
                  </a:cubicBezTo>
                  <a:lnTo>
                    <a:pt x="0" y="50911"/>
                  </a:lnTo>
                  <a:cubicBezTo>
                    <a:pt x="0" y="22794"/>
                    <a:pt x="22794" y="0"/>
                    <a:pt x="50911" y="0"/>
                  </a:cubicBezTo>
                  <a:close/>
                </a:path>
              </a:pathLst>
            </a:cu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2"/>
            <p:cNvSpPr txBox="1"/>
            <p:nvPr/>
          </p:nvSpPr>
          <p:spPr>
            <a:xfrm>
              <a:off x="0" y="-38100"/>
              <a:ext cx="1481871" cy="8509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98" name="Google Shape;98;p2"/>
          <p:cNvSpPr/>
          <p:nvPr/>
        </p:nvSpPr>
        <p:spPr>
          <a:xfrm>
            <a:off x="11787813" y="10"/>
            <a:ext cx="4738459" cy="710769"/>
          </a:xfrm>
          <a:custGeom>
            <a:rect b="b" l="l" r="r" t="t"/>
            <a:pathLst>
              <a:path extrusionOk="0" h="710769" w="4738459">
                <a:moveTo>
                  <a:pt x="0" y="0"/>
                </a:moveTo>
                <a:lnTo>
                  <a:pt x="4738458" y="0"/>
                </a:lnTo>
                <a:lnTo>
                  <a:pt x="4738458" y="710769"/>
                </a:lnTo>
                <a:lnTo>
                  <a:pt x="0" y="710769"/>
                </a:lnTo>
                <a:lnTo>
                  <a:pt x="0" y="0"/>
                </a:lnTo>
                <a:close/>
              </a:path>
            </a:pathLst>
          </a:custGeom>
          <a:blipFill rotWithShape="1">
            <a:blip r:embed="rId6">
              <a:alphaModFix/>
            </a:blip>
            <a:stretch>
              <a:fillRect b="0" l="0" r="0" t="0"/>
            </a:stretch>
          </a:blipFill>
          <a:ln>
            <a:noFill/>
          </a:ln>
        </p:spPr>
      </p:sp>
      <p:sp>
        <p:nvSpPr>
          <p:cNvPr id="99" name="Google Shape;99;p2"/>
          <p:cNvSpPr txBox="1"/>
          <p:nvPr/>
        </p:nvSpPr>
        <p:spPr>
          <a:xfrm>
            <a:off x="839024" y="684875"/>
            <a:ext cx="3732900" cy="1293900"/>
          </a:xfrm>
          <a:prstGeom prst="rect">
            <a:avLst/>
          </a:prstGeom>
          <a:noFill/>
          <a:ln>
            <a:noFill/>
          </a:ln>
        </p:spPr>
        <p:txBody>
          <a:bodyPr anchorCtr="0" anchor="t" bIns="0" lIns="0" spcFirstLastPara="1" rIns="0" wrap="square" tIns="0">
            <a:spAutoFit/>
          </a:bodyPr>
          <a:lstStyle/>
          <a:p>
            <a:pPr indent="0" lvl="0" marL="0" marR="0" rtl="0" algn="ctr">
              <a:lnSpc>
                <a:spcPct val="140002"/>
              </a:lnSpc>
              <a:spcBef>
                <a:spcPts val="0"/>
              </a:spcBef>
              <a:spcAft>
                <a:spcPts val="0"/>
              </a:spcAft>
              <a:buNone/>
            </a:pPr>
            <a:r>
              <a:rPr b="1" i="0" lang="en-US" sz="8407" u="none" cap="none" strike="noStrike">
                <a:solidFill>
                  <a:srgbClr val="151F36"/>
                </a:solidFill>
                <a:latin typeface="Montserrat"/>
                <a:ea typeface="Montserrat"/>
                <a:cs typeface="Montserrat"/>
                <a:sym typeface="Montserrat"/>
              </a:rPr>
              <a:t>Títul</a:t>
            </a:r>
            <a:r>
              <a:rPr b="1" i="0" lang="en-US" sz="8407" u="none" cap="none" strike="noStrike">
                <a:solidFill>
                  <a:srgbClr val="151F36"/>
                </a:solidFill>
                <a:latin typeface="Montserrat"/>
                <a:ea typeface="Montserrat"/>
                <a:cs typeface="Montserrat"/>
                <a:sym typeface="Montserrat"/>
              </a:rPr>
              <a:t>o</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105" name="Google Shape;105;p3"/>
          <p:cNvSpPr/>
          <p:nvPr/>
        </p:nvSpPr>
        <p:spPr>
          <a:xfrm>
            <a:off x="3493371" y="3412995"/>
            <a:ext cx="11301259" cy="3461011"/>
          </a:xfrm>
          <a:custGeom>
            <a:rect b="b" l="l" r="r" t="t"/>
            <a:pathLst>
              <a:path extrusionOk="0" h="3461011" w="11301259">
                <a:moveTo>
                  <a:pt x="0" y="0"/>
                </a:moveTo>
                <a:lnTo>
                  <a:pt x="11301258" y="0"/>
                </a:lnTo>
                <a:lnTo>
                  <a:pt x="11301258" y="3461010"/>
                </a:lnTo>
                <a:lnTo>
                  <a:pt x="0" y="3461010"/>
                </a:lnTo>
                <a:lnTo>
                  <a:pt x="0" y="0"/>
                </a:lnTo>
                <a:close/>
              </a:path>
            </a:pathLst>
          </a:custGeom>
          <a:blipFill rotWithShape="1">
            <a:blip r:embed="rId4">
              <a:alphaModFix/>
            </a:blip>
            <a:stretch>
              <a:fillRect b="0" l="0" r="0" t="0"/>
            </a:stretch>
          </a:blipFill>
          <a:ln>
            <a:noFill/>
          </a:ln>
        </p:spPr>
      </p:sp>
      <p:sp>
        <p:nvSpPr>
          <p:cNvPr id="106" name="Google Shape;106;p3"/>
          <p:cNvSpPr/>
          <p:nvPr/>
        </p:nvSpPr>
        <p:spPr>
          <a:xfrm>
            <a:off x="6793223" y="7900726"/>
            <a:ext cx="4701555" cy="1357574"/>
          </a:xfrm>
          <a:custGeom>
            <a:rect b="b" l="l" r="r" t="t"/>
            <a:pathLst>
              <a:path extrusionOk="0" h="1357574" w="4701555">
                <a:moveTo>
                  <a:pt x="0" y="0"/>
                </a:moveTo>
                <a:lnTo>
                  <a:pt x="4701554" y="0"/>
                </a:lnTo>
                <a:lnTo>
                  <a:pt x="4701554" y="1357574"/>
                </a:lnTo>
                <a:lnTo>
                  <a:pt x="0" y="1357574"/>
                </a:lnTo>
                <a:lnTo>
                  <a:pt x="0" y="0"/>
                </a:lnTo>
                <a:close/>
              </a:path>
            </a:pathLst>
          </a:custGeom>
          <a:blipFill rotWithShape="1">
            <a:blip r:embed="rId5">
              <a:alphaModFix/>
            </a:blip>
            <a:stretch>
              <a:fillRect b="0" l="0" r="0" t="0"/>
            </a:stretch>
          </a:blipFill>
          <a:ln>
            <a:noFill/>
          </a:ln>
        </p:spPr>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